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🍜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377440" y="640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HỆ THỐNG NHẬN DIỆN MÓN ĂN VIỆT NAM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TƯ VẤN DINH DƯỠNG CÁ NHÂN HOÁ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0" y="1965960"/>
            <a:ext cx="5943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103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AI nhận diện 30 món ăn Việt Nam từ ảnh,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tra cứu dinh dưỡng và tư vấn chế độ ăn theo mục tiêu cá nhân.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EfficientNet-B0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Transfer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 + React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85% 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Môn học: Công nghệ Xử lý Ảnh  ·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QUAN HỆ THỐNG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📸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Nhận Diện Ảnh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9728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Upload ảnh → AI phân tích → Top-3 dự đoán với độ tin cậy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005840"/>
            <a:ext cx="20116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50592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Dinh Dưỡng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07792" y="2377440"/>
            <a:ext cx="10972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Tra cứu calories, protein, carbs, fat theo khẩu phần thực tế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005840"/>
            <a:ext cx="201168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26864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Cá Nhân Hoá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84064" y="2377440"/>
            <a:ext cx="109728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Hồ sơ người dùng, TDEE, điều chỉnh theo mục tiêu sức khoẻ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100584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005840"/>
            <a:ext cx="20116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803136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803136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Trợ Lý AI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0336" y="2377440"/>
            <a:ext cx="109728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894576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Chatbot tư vấn dinh dưỡng, gợi ý thực đơn theo mục tiêu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5196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Top-1 Accuracy: 85.42%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0604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Top-3 Accuracy: 95.30%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⚡ Xử lý &lt; 3 giây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🍜 30 món ăn Việt Nam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CÔNG NGHỆ SỬ DỤNG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1F293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20116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/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EfficientNet-B0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7647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Mạng CNN tối ưu nhẹ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2585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Transfer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2514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Pretrained ImageNet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300837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TensorFlow / Keras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326440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Framework train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7581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Colab T4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401421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Huấn luyện free GPU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04872" y="91440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1F29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914400"/>
            <a:ext cx="201168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2404872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1508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/ Flask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17647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REST API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22585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2514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Xử lý dữ liệu CSV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300837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326440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Tiền xử lý ảnh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37581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Storage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401421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Lịch sử ăn uống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81144" y="91440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1F293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81144" y="914400"/>
            <a:ext cx="201168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4581144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Frontend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90872" y="1508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18 + Vite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90872" y="17647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Giao diện web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90872" y="22585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Axios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90872" y="2514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Giao tiếp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90872" y="300837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CSS-in-JS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90872" y="326440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Responsive UI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90872" y="37581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LocalStorage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90872" y="401421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Lưu hồ sơ người dùng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57416" y="91440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1F29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57416" y="914400"/>
            <a:ext cx="201168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6757416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Dữ Liệu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67144" y="15087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30VNFoods Dataset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67144" y="17647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Kaggle dataset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67144" y="22585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CSV Dinh dưỡng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67144" y="2514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Viện Dinh dưỡng VN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67144" y="300837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25,136 ảnh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67144" y="326440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30 món Việt Nam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67144" y="37581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Train/Val/Test split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67144" y="401421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70/15/15 phân chia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4937760"/>
            <a:ext cx="8686800" cy="1828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0" name="Text 48"/>
          <p:cNvSpPr/>
          <p:nvPr/>
        </p:nvSpPr>
        <p:spPr>
          <a:xfrm>
            <a:off x="228600" y="4709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Kết quả đạt được:  Top-1: 85.42%  ·  Top-3: 95.30%  ·  Dataset: 25,136 ảnh  ·  Thời gian train: ~3 giờ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DỮ LIỆU TRAINING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📁 Dataset: 30VNFoods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Nguồn: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Kaggle (quandang/vietnamese-foods)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Tổng ảnh: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039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25,136 ảnh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78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Số lớp: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478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30 món ăn Việt Nam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Ảnh/lớp: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916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~838 ảnh mỗi món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Định dạng: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355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JPG · PNG · Đa dạng góc chụp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749040" cy="731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Phân chia tập dữ liệu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2624328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24528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70%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99816" y="4224528"/>
            <a:ext cx="562356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099816" y="4224528"/>
            <a:ext cx="562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 15%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80460" y="4224528"/>
            <a:ext cx="562356" cy="320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4" name="Text 22"/>
          <p:cNvSpPr/>
          <p:nvPr/>
        </p:nvSpPr>
        <p:spPr>
          <a:xfrm>
            <a:off x="3680460" y="4224528"/>
            <a:ext cx="562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15%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🥗 Dữ Liệu Dinh Dưỡng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Nguồn: Viện Dinh dưỡng Quốc gia Việt Nam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Calories (kcal)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Năng lượng khẩu phần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💪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Protein (g)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Chất đạm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Carbs (g)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Tinh bột, đường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🫙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Fat (g)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Chất béo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578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Fiber (g)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Chất xơ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Khẩu phần (g)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866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Trọng lượng thực tế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4572000"/>
            <a:ext cx="384048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572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💡 Lưu sẵn trong file CSV — không cần gọi API bên ngoài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QUY TRÌNH HUẤN LUYỆN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069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Thu thập dữ liệu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30VNFoods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25,136 ảnh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30 lớp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438912" cy="43891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3048" y="1069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Tiền xử lý ảnh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Resize 224×224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Normalize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80B9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97280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9128" y="1069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EfficientNet-B0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Freeze base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Thêm head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803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2852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Train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Train head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10 epochs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LR = 1e-3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AE6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154680" y="27432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88036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13048" y="2852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 Fine-tune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Unfreeze 30 lớp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20 epochs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LR = 1e-5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080760" y="27432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880360"/>
            <a:ext cx="438912" cy="43891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9128" y="2852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Đánh giá &amp; Xuất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Test accuracy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Xuất file .h5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Deploy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4389120"/>
            <a:ext cx="868680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" y="4389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Kết quả:  Top-1 Accuracy = 85.42%  ·  Top-3 Accuracy = 95.30%  ·  Thời gian xử lý &lt; 3 giây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LUỒNG HOẠT ĐỘNG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208" y="1051560"/>
            <a:ext cx="804672" cy="8046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Upload ảnh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JPG/PNG/WEBP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2618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02536" y="1051560"/>
            <a:ext cx="804672" cy="80467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002536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6420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Tiền xử lý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Resize · Normalize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81528" y="12618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83864" y="1051560"/>
            <a:ext cx="804672" cy="8046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483864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4553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EfficientNet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5536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Predict Top-3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62856" y="12618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65192" y="1051560"/>
            <a:ext cx="804672" cy="8046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2686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Tra dinh dưỡng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6864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Tính theo khẩu phần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44184" y="12618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1051560"/>
            <a:ext cx="804672" cy="8046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081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Điều chỉnh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08192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Theo mục tiêu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25512" y="12618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27848" y="1051560"/>
            <a:ext cx="804672" cy="80467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1" name="Text 29"/>
          <p:cNvSpPr/>
          <p:nvPr/>
        </p:nvSpPr>
        <p:spPr>
          <a:xfrm>
            <a:off x="7927848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58952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Hiển thị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UI + Lưu lịch sử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834640"/>
            <a:ext cx="27432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Người dùng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Upload ảnh món ăn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Chọn mục tiêu sức khoẻ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Chọn khẩu phần ăn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0" y="28346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2834640"/>
            <a:ext cx="27432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Processing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8328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Model dự đoán tên món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8328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Top-3 kết quả + confidence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8328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Tốc độ &lt; 3 giây/ảnh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26480" y="28346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2834640"/>
            <a:ext cx="274320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Kết quả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0936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Tên món + độ tin cậy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093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Calories/Protein/Carbs/Fat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0936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Gợi ý món thay thế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TÍNH NĂNG NỔI BẬT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69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Nhận diện Top-3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Trả về 3 món khả năng cao nhất cùng % tin cậy, giúp người dùng xác nhận kết quả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69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94760" y="1097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Khẩu phần thực tế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Chọn ½ tô / 1 tô / 1 gói... tự động tính dinh dưỡng theo lượng ăn thực tế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69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097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Hồ sơ cá nhân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Nhập cân nặng/chiều cao/tuổi → tính TDEE → mục tiêu calo tự động điều chỉnh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44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Chatbot dinh dưỡng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Trả lời câu hỏi về calories, gợi ý món ăn, tư vấn chế độ ăn theo mục tiêu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44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94760" y="29718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Lịch sử ăn uống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4290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Lưu từng bữa ăn theo profile, biểu đồ thống kê 7 ngày, cảnh báo vượt calories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44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29718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Thực đơn gợi 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4290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Tự động gợi ý thực đơn sáng/trưa/tối phù hợp mục tiêu calories hàng ngày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KẾT QUẢ &amp; KẾT LUẬN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85.42%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Top-1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960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04872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Top-3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81144" y="960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81144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Thời gian xử lý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7416" y="960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57416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Món ăn VN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51460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✅  Đã đạt được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Xây dựng hệ thống AI nhận diện 30 món Việt Nam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Tích hợp tra cứu dinh dưỡng tự động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Cá nhân hoá theo mục tiêu sức khoẻ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Giao diện web hiện đại, dễ sử dụng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514600"/>
            <a:ext cx="4343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🚀  Hướng phát triển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Mở rộng lên 100+ món ăn Việt Nam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474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Nhận diện realtime qua webcam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8862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Ước tính khẩu phần tự động từ ảnh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297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Tích hợp với thiết bị đeo thông minh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892040"/>
            <a:ext cx="868680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4892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Hệ thống góp phần ứng dụng AI vào chăm sóc sức khoẻ cộng đồng — thực tế, tiện lợi, cá nhân hoá.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2026-05-06T03:37:31Z</dcterms:created>
  <dcterms:modified xsi:type="dcterms:W3CDTF">2026-05-06T03:37:31Z</dcterms:modified>
</cp:coreProperties>
</file>